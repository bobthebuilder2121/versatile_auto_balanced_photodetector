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 Photodetector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914400">
                <a:tc>
                  <a:txBody>
                    <a:bodyPr/>
                    <a:lstStyle/>
                    <a:p>
                      <a: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CMRR (typ.)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Bandwidth (-3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Detector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Thorlabs PDB430A / PDB430C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&gt;20 dB (typ. &gt;25 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DC – 350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 / InGaAs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[1]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Koheron PD100B (auto-balanced)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&gt;30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 to ~200 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InGaAs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[2]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Thorlabs Inc., PDB4xx Series Datasheet, https://www.manualslib.com/manual/2916657/Thorlabs-Pdb4-Series.html</a:t>
            </a:r>
          </a:p>
          <a:p>
            <a:pPr/>
            <a:r>
              <a:t>[2] Koheron, PD100B Photodetector, https://www.koheron.com/photonics/pd100b/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