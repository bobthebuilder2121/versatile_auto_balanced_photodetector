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Balanced Photodetector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914400">
                <a:tc>
                  <a:txBody>
                    <a:bodyPr/>
                    <a:lstStyle/>
                    <a:p>
                      <a:r>
                        <a:t>Device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CMRR (typ.)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Bandwidth (-3 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Detector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Thorlabs PDB430A / PDB430C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&gt;20 dB (typ. &gt;25 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DC – 350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 / InGaAs 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Thorlabs Datasheet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Koheron PD100B (auto-balanced)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&gt;30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up to ~200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InGaAs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koheron.com/photonics/pd100b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